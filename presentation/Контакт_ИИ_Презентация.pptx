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Контакт.ИИ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DD734"/>
                </a:solidFill>
              </a:defRPr>
            </a:pPr>
            <a:r>
              <a:t>Единая панель управления бизнес-коммуникациями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61823"/>
                </a:solidFill>
              </a:defRPr>
            </a:pPr>
            <a:r>
              <a:t>Вы теряете клиентов, пока собираете отчёты</a:t>
            </a:r>
          </a:p>
        </p:txBody>
      </p:sp>
      <p:pic>
        <p:nvPicPr>
          <p:cNvPr id="4" name="Picture 3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2801600" cy="533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152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B7280"/>
                </a:solidFill>
              </a:defRPr>
            </a:pPr>
            <a:r>
              <a:t>Светофор метрик покажет проблемы за 30 секунд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61823"/>
                </a:solidFill>
              </a:defRPr>
            </a:pPr>
            <a:r>
              <a:t>3 проблемы, которые решает Контакт.ИИ</a:t>
            </a:r>
          </a:p>
        </p:txBody>
      </p:sp>
      <p:pic>
        <p:nvPicPr>
          <p:cNvPr id="4" name="Picture 3" descr="probl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28016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152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B7280"/>
                </a:solidFill>
              </a:defRPr>
            </a:pPr>
            <a:r>
              <a:t>Каждая проблема отнимает ваше время и деньги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61823"/>
                </a:solidFill>
              </a:defRPr>
            </a:pPr>
            <a:r>
              <a:t>Как это работает для разных ролей</a:t>
            </a:r>
          </a:p>
        </p:txBody>
      </p:sp>
      <p:pic>
        <p:nvPicPr>
          <p:cNvPr id="4" name="Picture 3" descr="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2801600" cy="4667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152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B7280"/>
                </a:solidFill>
              </a:defRPr>
            </a:pPr>
            <a:r>
              <a:t>👔 Руководитель | ⚙️ Администратор | 🎧 Сотрудник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Почему выбирают Контакт.ИИ</a:t>
            </a:r>
          </a:p>
        </p:txBody>
      </p:sp>
      <p:pic>
        <p:nvPicPr>
          <p:cNvPr id="4" name="Picture 3" descr="features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28016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61823"/>
                </a:solidFill>
              </a:defRPr>
            </a:pPr>
            <a:r>
              <a:t>Результаты наших клиентов</a:t>
            </a:r>
          </a:p>
        </p:txBody>
      </p:sp>
      <p:pic>
        <p:nvPicPr>
          <p:cNvPr id="4" name="Picture 3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2801600" cy="3333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152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B7280"/>
                </a:solidFill>
              </a:defRPr>
            </a:pPr>
            <a:r>
              <a:t>Средний ROI клиентов — 340% за 3 месяца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61823"/>
                </a:solidFill>
              </a:defRPr>
            </a:pPr>
            <a:r>
              <a:t>Рассчитайте свою экономию</a:t>
            </a:r>
          </a:p>
        </p:txBody>
      </p:sp>
      <p:pic>
        <p:nvPicPr>
          <p:cNvPr id="4" name="Picture 3" descr="calc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2801600" cy="4667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152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B7280"/>
                </a:solidFill>
              </a:defRPr>
            </a:pPr>
            <a:r>
              <a:t>Узнайте, сколько времени и денег сэкономит Контакт.ИИ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7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Начните контролировать бизнес за 5 минут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BFDBFE"/>
                </a:solidFill>
              </a:defRPr>
            </a:pPr>
            <a:r>
              <a:t>14 дней бесплатно, без привязки карты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5029200"/>
            <a:ext cx="4572000" cy="914400"/>
          </a:xfrm>
          <a:prstGeom prst="roundRect">
            <a:avLst/>
          </a:prstGeom>
          <a:solidFill>
            <a:srgbClr val="FDD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2400" b="1">
                <a:solidFill>
                  <a:srgbClr val="161823"/>
                </a:solidFill>
              </a:defRPr>
            </a:pPr>
            <a:r>
              <a:t>Попробовать бесплатно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FDBFE"/>
                </a:solidFill>
              </a:defRPr>
            </a:pPr>
            <a:r>
              <a:t>✓ Настройка за 5 минут    ✓ Поддержка 24/7    ✓ Без риска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61823"/>
                </a:solidFill>
              </a:defRPr>
            </a:pPr>
            <a:r>
              <a:t>Обзор лендинга</a:t>
            </a:r>
          </a:p>
        </p:txBody>
      </p:sp>
      <p:pic>
        <p:nvPicPr>
          <p:cNvPr id="4" name="Picture 3" descr="full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2801600" cy="275167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